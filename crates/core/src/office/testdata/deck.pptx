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lvl1pPr marL="0" algn="l">
      <a:defRPr sz="1800" kern="1200">
        <a:solidFill>
          <a:schemeClr val="tx1"/>
        </a:solidFill>
        <a:latin typeface="+mn-lt"/>
      </a:defRPr>
    </a:lvl1pPr>
    <a:lvl2pPr marL="457200" algn="l">
      <a:defRPr sz="1800" kern="1200">
        <a:solidFill>
          <a:schemeClr val="tx1"/>
        </a:solidFill>
        <a:latin typeface="+mn-lt"/>
      </a:defRPr>
    </a:lvl2pPr>
    <a:lvl3pPr marL="914400" algn="l">
      <a:defRPr sz="1800" kern="1200">
        <a:solidFill>
          <a:schemeClr val="tx1"/>
        </a:solidFill>
        <a:latin typeface="+mn-lt"/>
      </a:defRPr>
    </a:lvl3pPr>
    <a:lvl4pPr marL="1371600" algn="l">
      <a:defRPr sz="1800" kern="1200">
        <a:solidFill>
          <a:schemeClr val="tx1"/>
        </a:solidFill>
        <a:latin typeface="+mn-lt"/>
      </a:defRPr>
    </a:lvl4pPr>
    <a:lvl5pPr marL="1828800" algn="l">
      <a:defRPr sz="1800" kern="1200">
        <a:solidFill>
          <a:schemeClr val="tx1"/>
        </a:solidFill>
        <a:latin typeface="+mn-lt"/>
      </a:defRPr>
    </a:lvl5pPr>
    <a:lvl6pPr marL="2286000" algn="l">
      <a:defRPr sz="1800" kern="1200">
        <a:solidFill>
          <a:schemeClr val="tx1"/>
        </a:solidFill>
        <a:latin typeface="+mn-lt"/>
      </a:defRPr>
    </a:lvl6pPr>
    <a:lvl7pPr marL="2743200" algn="l">
      <a:defRPr sz="1800" kern="1200">
        <a:solidFill>
          <a:schemeClr val="tx1"/>
        </a:solidFill>
        <a:latin typeface="+mn-lt"/>
      </a:defRPr>
    </a:lvl7pPr>
    <a:lvl8pPr marL="3200400" algn="l">
      <a:defRPr sz="1800" kern="1200">
        <a:solidFill>
          <a:schemeClr val="tx1"/>
        </a:solidFill>
        <a:latin typeface="+mn-lt"/>
      </a:defRPr>
    </a:lvl8pPr>
    <a:lvl9pPr marL="3657600" algn="l">
      <a:defRPr sz="1800" kern="1200">
        <a:solidFill>
          <a:schemeClr val="tx1"/>
        </a:solidFill>
        <a:latin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524000" y="1117600"/>
            <a:ext cx="9144000" cy="2387600"/>
          </a:xfrm>
          <a:prstGeom prst="rect">
            <a:avLst/>
          </a:prstGeom>
        </p:spPr>
        <p:txBody>
          <a:bodyPr anchor="b">
            <a:normAutofit fontScale="100000"/>
          </a:bodyPr>
          <a:lstStyle>
            <a:lvl1pPr algn="ctr">
              <a:defRPr sz="6000"/>
            </a:lvl1pPr>
          </a:lstStyle>
          <a:p/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1524000" y="3606800"/>
            <a:ext cx="9144000" cy="16510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 algn="ctr">
              <a:buNone/>
              <a:defRPr sz="2400"/>
            </a:lvl1pPr>
          </a:lstStyle>
          <a:p/>
        </p:txBody>
      </p:sp>
      <p:sp>
        <p:nvSpPr>
          <p:cNvPr id="9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1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C6D5D-A00E-4AA9-84F2-364CBECE0EEA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15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6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7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CD0F9E-EF7E-4C26-8662-25A73F2263DD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825500" y="1714500"/>
            <a:ext cx="10541000" cy="28575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/>
        </p:txBody>
      </p:sp>
      <p:sp>
        <p:nvSpPr>
          <p:cNvPr id="20" name="Text Placeholder 2"/>
          <p:cNvSpPr>
            <a:spLocks noGrp="1"/>
          </p:cNvSpPr>
          <p:nvPr>
            <p:ph type="body" idx="1"/>
          </p:nvPr>
        </p:nvSpPr>
        <p:spPr>
          <a:xfrm>
            <a:off x="825500" y="4597400"/>
            <a:ext cx="10541000" cy="14986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  <p:sp>
        <p:nvSpPr>
          <p:cNvPr id="21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2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3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C18080-B33E-4073-8615-72D8F5AE8F78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26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52324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27" name="Content Placeholder 3"/>
          <p:cNvSpPr>
            <a:spLocks noGrp="1"/>
          </p:cNvSpPr>
          <p:nvPr>
            <p:ph idx="2"/>
          </p:nvPr>
        </p:nvSpPr>
        <p:spPr>
          <a:xfrm>
            <a:off x="6197600" y="1828800"/>
            <a:ext cx="52324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28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9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0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B9569-04AF-4288-8880-64CE52ABE7A3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3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/>
        </p:txBody>
      </p:sp>
      <p:sp>
        <p:nvSpPr>
          <p:cNvPr id="34" name="Content Placeholder 3"/>
          <p:cNvSpPr>
            <a:spLocks noGrp="1"/>
          </p:cNvSpPr>
          <p:nvPr>
            <p:ph idx="2"/>
          </p:nvPr>
        </p:nvSpPr>
        <p:spPr>
          <a:xfrm>
            <a:off x="762000" y="2514600"/>
            <a:ext cx="5232400" cy="36703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35" name="Text Placeholder 4"/>
          <p:cNvSpPr>
            <a:spLocks noGrp="1"/>
          </p:cNvSpPr>
          <p:nvPr>
            <p:ph type="body" idx="3"/>
          </p:nvPr>
        </p:nvSpPr>
        <p:spPr>
          <a:xfrm>
            <a:off x="61976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/>
        </p:txBody>
      </p:sp>
      <p:sp>
        <p:nvSpPr>
          <p:cNvPr id="36" name="Content Placeholder 5"/>
          <p:cNvSpPr>
            <a:spLocks noGrp="1"/>
          </p:cNvSpPr>
          <p:nvPr>
            <p:ph idx="4"/>
          </p:nvPr>
        </p:nvSpPr>
        <p:spPr>
          <a:xfrm>
            <a:off x="6197600" y="2514600"/>
            <a:ext cx="5232400" cy="36703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37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8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9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33E07-937E-4FED-8300-891295843456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4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8B55B-FA15-48BA-860D-0231187503D9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E0EBC0-ADA9-4FA7-889C-9287646BC794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/>
        </p:txBody>
      </p:sp>
      <p:sp>
        <p:nvSpPr>
          <p:cNvPr id="51" name="Content Placeholder 2"/>
          <p:cNvSpPr>
            <a:spLocks noGrp="1"/>
          </p:cNvSpPr>
          <p:nvPr>
            <p:ph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52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>
              <a:buNone/>
              <a:defRPr sz="1600"/>
            </a:lvl1pPr>
          </a:lstStyle>
          <a:p/>
        </p:txBody>
      </p:sp>
      <p:sp>
        <p:nvSpPr>
          <p:cNvPr id="53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4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5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25AB8-FB3A-479C-8780-0B7E5F586C0F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/>
        </p:txBody>
      </p:sp>
      <p:sp>
        <p:nvSpPr>
          <p:cNvPr id="58" name="Picture Placeholder 2"/>
          <p:cNvSpPr>
            <a:spLocks noGrp="1"/>
          </p:cNvSpPr>
          <p:nvPr>
            <p:ph type="pic"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59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>
              <a:buNone/>
              <a:defRPr sz="1600"/>
            </a:lvl1pPr>
          </a:lstStyle>
          <a:p/>
        </p:txBody>
      </p:sp>
      <p:sp>
        <p:nvSpPr>
          <p:cNvPr id="60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1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2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EFC29A-6C4F-4141-86E3-1A3E2D58E3A2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6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vert="eaVert" anchor="t">
            <a:normAutofit fontScale="100000"/>
          </a:bodyPr>
          <a:lstStyle/>
          <a:p/>
        </p:txBody>
      </p:sp>
      <p:sp>
        <p:nvSpPr>
          <p:cNvPr id="6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9C649-D3E0-46CB-87C1-67136E4226A6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8300"/>
            <a:ext cx="2705100" cy="5816600"/>
          </a:xfrm>
          <a:prstGeom prst="rect">
            <a:avLst/>
          </a:prstGeom>
        </p:spPr>
        <p:txBody>
          <a:bodyPr vert="eaVert"/>
          <a:lstStyle/>
          <a:p/>
        </p:txBody>
      </p:sp>
      <p:sp>
        <p:nvSpPr>
          <p:cNvPr id="71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68300"/>
            <a:ext cx="7772400" cy="5816600"/>
          </a:xfrm>
          <a:prstGeom prst="rect">
            <a:avLst/>
          </a:prstGeom>
        </p:spPr>
        <p:txBody>
          <a:bodyPr vert="eaVert" anchor="t">
            <a:normAutofit fontScale="100000"/>
          </a:bodyPr>
          <a:lstStyle/>
          <a:p/>
        </p:txBody>
      </p:sp>
      <p:sp>
        <p:nvSpPr>
          <p:cNvPr id="7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7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7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BE78A-EB3E-401E-81B5-D7F53201DAF3}" type="slidenum">
              <a:rPr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DeckCraf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>
            <a:r>
              <a:rPr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>
            <a:r>
              <a:rPr/>
              <a:t>Click to edit Master text styles</a:t>
            </a:r>
          </a:p>
        </p:txBody>
      </p:sp>
      <p:sp>
        <p:nvSpPr>
          <p:cNvPr id="4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D6AB1-0FDA-49F1-8390-8828CE9E6676}" type="slidenum">
              <a:rPr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90000"/>
        </a:lnSpc>
        <a:spcBef>
          <a:spcPts val="0"/>
        </a:spcBef>
        <a:buNone/>
        <a:defRPr sz="4400" kern="1200">
          <a:solidFill>
            <a:schemeClr val="tx1"/>
          </a:solidFill>
          <a:latin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Font typeface="Sarabun"/>
        <a:buChar char="•"/>
        <a:defRPr sz="2800" kern="1200">
          <a:solidFill>
            <a:schemeClr val="tx1"/>
          </a:solidFill>
          <a:latin typeface="+mn-lt"/>
        </a:defRPr>
      </a:lvl1pPr>
      <a:lvl2pPr marL="685800" indent="-228600" algn="l">
        <a:lnSpc>
          <a:spcPct val="90000"/>
        </a:lnSpc>
        <a:spcBef>
          <a:spcPts val="500"/>
        </a:spcBef>
        <a:buFont typeface="Sarabun"/>
        <a:buChar char="•"/>
        <a:defRPr sz="2400" kern="1200">
          <a:solidFill>
            <a:schemeClr val="tx1"/>
          </a:solidFill>
          <a:latin typeface="+mn-lt"/>
        </a:defRPr>
      </a:lvl2pPr>
      <a:lvl3pPr marL="1143000" indent="-228600" algn="l">
        <a:lnSpc>
          <a:spcPct val="90000"/>
        </a:lnSpc>
        <a:spcBef>
          <a:spcPts val="500"/>
        </a:spcBef>
        <a:buFont typeface="Sarabun"/>
        <a:buChar char="•"/>
        <a:defRPr sz="2000" kern="1200">
          <a:solidFill>
            <a:schemeClr val="tx1"/>
          </a:solidFill>
          <a:latin typeface="+mn-lt"/>
        </a:defRPr>
      </a:lvl3pPr>
      <a:lvl4pPr marL="1600200" indent="-228600" algn="l">
        <a:lnSpc>
          <a:spcPct val="90000"/>
        </a:lnSpc>
        <a:spcBef>
          <a:spcPts val="500"/>
        </a:spcBef>
        <a:buFont typeface="Sarabun"/>
        <a:buChar char="•"/>
        <a:defRPr sz="1800" kern="1200">
          <a:solidFill>
            <a:schemeClr val="tx1"/>
          </a:solidFill>
          <a:latin typeface="+mn-lt"/>
        </a:defRPr>
      </a:lvl4pPr>
      <a:lvl5pPr marL="2057400" indent="-228600" algn="l">
        <a:lnSpc>
          <a:spcPct val="90000"/>
        </a:lnSpc>
        <a:spcBef>
          <a:spcPts val="500"/>
        </a:spcBef>
        <a:buFont typeface="Sarabun"/>
        <a:buChar char="•"/>
        <a:defRPr sz="1800" kern="1200">
          <a:solidFill>
            <a:schemeClr val="tx1"/>
          </a:solidFill>
          <a:latin typeface="+mn-lt"/>
        </a:defRPr>
      </a:lvl5pPr>
      <a:lvl6pPr marL="2514600" indent="-228600" algn="l">
        <a:lnSpc>
          <a:spcPct val="90000"/>
        </a:lnSpc>
        <a:spcBef>
          <a:spcPts val="500"/>
        </a:spcBef>
        <a:buFont typeface="Sarabun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>
        <a:lnSpc>
          <a:spcPct val="90000"/>
        </a:lnSpc>
        <a:spcBef>
          <a:spcPts val="500"/>
        </a:spcBef>
        <a:buFont typeface="Sarabun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>
        <a:lnSpc>
          <a:spcPct val="90000"/>
        </a:lnSpc>
        <a:spcBef>
          <a:spcPts val="500"/>
        </a:spcBef>
        <a:buFont typeface="Sarabun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>
        <a:lnSpc>
          <a:spcPct val="90000"/>
        </a:lnSpc>
        <a:spcBef>
          <a:spcPts val="500"/>
        </a:spcBef>
        <a:buFont typeface="Sarabun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lvl1pPr marL="0" algn="l">
        <a:defRPr sz="1800" kern="1200">
          <a:solidFill>
            <a:schemeClr val="tx1"/>
          </a:solidFill>
          <a:latin typeface="+mn-lt"/>
        </a:defRPr>
      </a:lvl1pPr>
      <a:lvl2pPr marL="457200" algn="l">
        <a:defRPr sz="1800" kern="1200">
          <a:solidFill>
            <a:schemeClr val="tx1"/>
          </a:solidFill>
          <a:latin typeface="+mn-lt"/>
        </a:defRPr>
      </a:lvl2pPr>
      <a:lvl3pPr marL="914400" algn="l">
        <a:defRPr sz="1800" kern="1200">
          <a:solidFill>
            <a:schemeClr val="tx1"/>
          </a:solidFill>
          <a:latin typeface="+mn-lt"/>
        </a:defRPr>
      </a:lvl3pPr>
      <a:lvl4pPr marL="1371600" algn="l">
        <a:defRPr sz="1800" kern="1200">
          <a:solidFill>
            <a:schemeClr val="tx1"/>
          </a:solidFill>
          <a:latin typeface="+mn-lt"/>
        </a:defRPr>
      </a:lvl4pPr>
      <a:lvl5pPr marL="1828800" algn="l">
        <a:defRPr sz="1800" kern="1200">
          <a:solidFill>
            <a:schemeClr val="tx1"/>
          </a:solidFill>
          <a:latin typeface="+mn-lt"/>
        </a:defRPr>
      </a:lvl5pPr>
      <a:lvl6pPr marL="2286000" algn="l">
        <a:defRPr sz="1800" kern="1200">
          <a:solidFill>
            <a:schemeClr val="tx1"/>
          </a:solidFill>
          <a:latin typeface="+mn-lt"/>
        </a:defRPr>
      </a:lvl6pPr>
      <a:lvl7pPr marL="2743200" algn="l">
        <a:defRPr sz="1800" kern="1200">
          <a:solidFill>
            <a:schemeClr val="tx1"/>
          </a:solidFill>
          <a:latin typeface="+mn-lt"/>
        </a:defRPr>
      </a:lvl7pPr>
      <a:lvl8pPr marL="3200400" algn="l">
        <a:defRPr sz="1800" kern="1200">
          <a:solidFill>
            <a:schemeClr val="tx1"/>
          </a:solidFill>
          <a:latin typeface="+mn-lt"/>
        </a:defRPr>
      </a:lvl8pPr>
      <a:lvl9pPr marL="3657600" algn="l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Title 1"/>
          <p:cNvSpPr>
            <a:spLocks noGrp="1"/>
          </p:cNvSpPr>
          <p:nvPr>
            <p:ph type="ctrTitle"/>
          </p:nvPr>
        </p:nvSpPr>
        <p:spPr>
          <a:xfrm>
            <a:off x="1524000" y="1117600"/>
            <a:ext cx="9144000" cy="2387600"/>
          </a:xfrm>
          <a:prstGeom prst="rect">
            <a:avLst/>
          </a:prstGeom>
        </p:spPr>
        <p:txBody>
          <a:bodyPr/>
          <a:lstStyle/>
          <a:p>
            <a:r>
              <a:rPr/>
              <a:t>แผนการใช้ AI ในโรงเรียน ปีการศึกษา ๒๕๗๐</a:t>
            </a:r>
          </a:p>
        </p:txBody>
      </p:sp>
      <p:sp>
        <p:nvSpPr>
          <p:cNvPr id="259" name="Subtitle 2"/>
          <p:cNvSpPr>
            <a:spLocks noGrp="1"/>
          </p:cNvSpPr>
          <p:nvPr>
            <p:ph type="subTitle" idx="1"/>
          </p:nvPr>
        </p:nvSpPr>
        <p:spPr>
          <a:xfrm>
            <a:off x="1524000" y="3606800"/>
            <a:ext cx="9144000" cy="1651000"/>
          </a:xfrm>
          <a:prstGeom prst="rect">
            <a:avLst/>
          </a:prstGeom>
        </p:spPr>
        <p:txBody>
          <a:bodyPr/>
          <a:lstStyle/>
          <a:p>
            <a:r>
              <a:rPr/>
              <a:t>ฝ่ายวิชาการ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เป้าหมาย</a:t>
            </a:r>
          </a:p>
        </p:txBody>
      </p:sp>
      <p:sp>
        <p:nvSpPr>
          <p:cNvPr id="26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ครูทุกกลุ่มสาระใช้ AI ช่วยวางแผนการสอน</a:t>
            </a:r>
          </a:p>
          <a:p>
            <a:r>
              <a:rPr/>
              <a:t>นักเรียนมีเครื่องมือเรียนรู้เฉพาะบุคคล</a:t>
            </a:r>
          </a:p>
          <a:p>
            <a:r>
              <a:rPr/>
              <a:t>พัฒนาทักษะดิจิทัลและความปลอดภัยไซเบอร์</a:t>
            </a:r>
          </a:p>
          <a:p>
            <a:r>
              <a:rPr/>
              <a:t>ลดงานเอกสารของบุคลากรลงร้อยละ ๓๐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งบประมาณ</a:t>
            </a:r>
          </a:p>
        </p:txBody>
      </p:sp>
      <p:graphicFrame>
        <p:nvGraphicFramePr>
          <p:cNvPr id="265" name="Table 2"/>
          <p:cNvGraphicFramePr>
            <a:graphicFrameLocks noGrp="1"/>
          </p:cNvGraphicFramePr>
          <p:nvPr/>
        </p:nvGraphicFramePr>
        <p:xfrm>
          <a:off x="1219200" y="2413000"/>
          <a:ext cx="9753600" cy="20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76800"/>
                <a:gridCol w="4876800"/>
              </a:tblGrid>
              <a:tr h="508000">
                <a:tc>
                  <a:txBody>
                    <a:bodyPr/>
                    <a:lstStyle/>
                    <a:p>
                      <a:r>
                        <a:rPr/>
                        <a:t>รายการ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จำนวนเงิน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/>
                        <a:t>ฝึกอบรมครูด้าน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150,000 บาท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/>
                        <a:t>ค่าลิขสิทธิ์เครื่องมือ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300,000 บาท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/>
                        <a:t>ฮาร์ดแวร์และอินเทอร์เน็ต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250,000 บาท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ckCraft">
  <a:themeElements>
    <a:clrScheme name="DeckCraft">
      <a:dk1>
        <a:srgbClr val="000000"/>
      </a:dk1>
      <a:lt1>
        <a:srgbClr val="FFFFFF"/>
      </a:lt1>
      <a:dk2>
        <a:srgbClr val="1E2B3C"/>
      </a:dk2>
      <a:lt2>
        <a:srgbClr val="EDEBE7"/>
      </a:lt2>
      <a:accent1>
        <a:srgbClr val="2E6FD8"/>
      </a:accent1>
      <a:accent2>
        <a:srgbClr val="F26B1D"/>
      </a:accent2>
      <a:accent3>
        <a:srgbClr val="2EA36F"/>
      </a:accent3>
      <a:accent4>
        <a:srgbClr val="8A5CD8"/>
      </a:accent4>
      <a:accent5>
        <a:srgbClr val="D83F6B"/>
      </a:accent5>
      <a:accent6>
        <a:srgbClr val="E3B21C"/>
      </a:accent6>
      <a:hlink>
        <a:srgbClr val="2E6FD8"/>
      </a:hlink>
      <a:folHlink>
        <a:srgbClr val="7A5BA6"/>
      </a:folHlink>
    </a:clrScheme>
    <a:fontScheme name="Sarabun">
      <a:majorFont>
        <a:latin typeface="Sarabun"/>
        <a:ea typeface=""/>
        <a:cs typeface=""/>
      </a:majorFont>
      <a:minorFont>
        <a:latin typeface="Sarabun"/>
        <a:ea typeface=""/>
        <a:cs typeface=""/>
      </a:minorFont>
    </a:fontScheme>
    <a:fmtScheme name="DeckCraf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3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5000"/>
                <a:satMod val="103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</a:gradFill>
      </a:fillStyleLst>
      <a:lnStyleLst>
        <a:ln w="9525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38100" dir="5400000" algn="t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satMod val="103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DeckCraft</Application>
  <Slides>3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